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226"/>
    <a:srgbClr val="BE2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2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0906A-C047-4B2A-A879-EDDC9D58AAA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87376-9D52-460A-8778-5A35591F5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5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87376-9D52-460A-8778-5A35591F5B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72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07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2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5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4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0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0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3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2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8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4845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1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6072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03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07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6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BF5BE-EE39-4666-949F-D7420E65A99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9E1C7E2-F87A-4039-AC2E-0E869535B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25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C7D5-350A-F76B-0846-16FDB03E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21230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2444A6-32E7-7E72-7F10-EFE55AF64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9394" y="1405890"/>
            <a:ext cx="5563036" cy="47891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E4B8F4-EE77-5C0C-C4CA-FB5E763F9E43}"/>
              </a:ext>
            </a:extLst>
          </p:cNvPr>
          <p:cNvSpPr/>
          <p:nvPr/>
        </p:nvSpPr>
        <p:spPr>
          <a:xfrm>
            <a:off x="309570" y="1228397"/>
            <a:ext cx="5491156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>
                <a:solidFill>
                  <a:srgbClr val="BE297E"/>
                </a:solidFill>
              </a:rPr>
              <a:t>This python program is designed to mange Student Service Desk &amp; Registry. </a:t>
            </a:r>
          </a:p>
          <a:p>
            <a:r>
              <a:rPr lang="en-US" sz="2800" dirty="0"/>
              <a:t>It allows to </a:t>
            </a:r>
            <a:r>
              <a:rPr lang="en-US" sz="2800" dirty="0">
                <a:solidFill>
                  <a:srgbClr val="00B050"/>
                </a:solidFill>
              </a:rPr>
              <a:t>add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B050"/>
                </a:solidFill>
              </a:rPr>
              <a:t>update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00B050"/>
                </a:solidFill>
              </a:rPr>
              <a:t>delete</a:t>
            </a:r>
            <a:r>
              <a:rPr lang="en-US" sz="2800" dirty="0"/>
              <a:t> a student,</a:t>
            </a:r>
          </a:p>
          <a:p>
            <a:r>
              <a:rPr lang="en-US" sz="2800" dirty="0">
                <a:solidFill>
                  <a:srgbClr val="00B050"/>
                </a:solidFill>
              </a:rPr>
              <a:t>find</a:t>
            </a:r>
            <a:r>
              <a:rPr lang="en-US" sz="2800" dirty="0"/>
              <a:t> him by ID, </a:t>
            </a:r>
            <a:r>
              <a:rPr lang="en-US" sz="2800" dirty="0">
                <a:solidFill>
                  <a:srgbClr val="00B050"/>
                </a:solidFill>
              </a:rPr>
              <a:t>search</a:t>
            </a:r>
            <a:r>
              <a:rPr lang="en-US" sz="2800" dirty="0"/>
              <a:t> him by name, print a </a:t>
            </a:r>
            <a:r>
              <a:rPr lang="en-US" sz="2800" dirty="0">
                <a:solidFill>
                  <a:srgbClr val="00B050"/>
                </a:solidFill>
              </a:rPr>
              <a:t>class report </a:t>
            </a:r>
            <a:r>
              <a:rPr lang="en-US" sz="2800" dirty="0"/>
              <a:t>or </a:t>
            </a:r>
            <a:r>
              <a:rPr lang="en-US" sz="2800" dirty="0">
                <a:solidFill>
                  <a:srgbClr val="00B050"/>
                </a:solidFill>
              </a:rPr>
              <a:t>every student </a:t>
            </a:r>
            <a:r>
              <a:rPr lang="en-US" sz="2800" dirty="0"/>
              <a:t>with full information. And finally, the choice to </a:t>
            </a:r>
            <a:r>
              <a:rPr lang="en-US" sz="2800" dirty="0">
                <a:solidFill>
                  <a:srgbClr val="00B050"/>
                </a:solidFill>
              </a:rPr>
              <a:t>exit</a:t>
            </a:r>
            <a:r>
              <a:rPr lang="en-US" sz="2800" dirty="0"/>
              <a:t> the program.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002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A0E3-8468-64B0-AC8C-B791A252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dirty="0"/>
              <a:t>How to run the program 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1210EC-23EC-E2E2-67A6-BF6D4CF9C5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0952" y="1624021"/>
            <a:ext cx="7172562" cy="132051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301DD-723C-7A64-72C3-0BDDE5CAB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08440" y="1374422"/>
            <a:ext cx="3202548" cy="3880773"/>
          </a:xfrm>
        </p:spPr>
        <p:txBody>
          <a:bodyPr>
            <a:normAutofit/>
          </a:bodyPr>
          <a:lstStyle/>
          <a:p>
            <a:r>
              <a:rPr lang="en-US" sz="4000" dirty="0"/>
              <a:t>Or go to the main program, touch f</a:t>
            </a:r>
            <a:r>
              <a:rPr lang="en-US" sz="3600" dirty="0"/>
              <a:t>4</a:t>
            </a:r>
            <a:r>
              <a:rPr lang="en-US" sz="4000" dirty="0"/>
              <a:t>, or </a:t>
            </a:r>
            <a:r>
              <a:rPr lang="en-US" sz="4000" dirty="0" err="1"/>
              <a:t>fn</a:t>
            </a:r>
            <a:r>
              <a:rPr lang="en-US" sz="4000" dirty="0"/>
              <a:t> and f4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5E9D89-5A80-5977-45C8-8E9EB6AAD9FE}"/>
              </a:ext>
            </a:extLst>
          </p:cNvPr>
          <p:cNvSpPr/>
          <p:nvPr/>
        </p:nvSpPr>
        <p:spPr>
          <a:xfrm>
            <a:off x="0" y="793024"/>
            <a:ext cx="704635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Visual Studio Code, on top left, go to terminal,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then new terminal: you’ll arrive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6A8ECD-D62A-39F1-9DEE-D41D52F22924}"/>
              </a:ext>
            </a:extLst>
          </p:cNvPr>
          <p:cNvSpPr/>
          <p:nvPr/>
        </p:nvSpPr>
        <p:spPr>
          <a:xfrm>
            <a:off x="397636" y="2905780"/>
            <a:ext cx="24540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Write main.py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7662ED6B-F8AB-56BE-52A8-640AFC661255}"/>
              </a:ext>
            </a:extLst>
          </p:cNvPr>
          <p:cNvSpPr/>
          <p:nvPr/>
        </p:nvSpPr>
        <p:spPr>
          <a:xfrm>
            <a:off x="3036815" y="2933547"/>
            <a:ext cx="1887523" cy="381261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B99E43-A05C-FF52-F507-0C1227123D6B}"/>
              </a:ext>
            </a:extLst>
          </p:cNvPr>
          <p:cNvSpPr/>
          <p:nvPr/>
        </p:nvSpPr>
        <p:spPr>
          <a:xfrm>
            <a:off x="4613793" y="2623170"/>
            <a:ext cx="83067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main.py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C12C1F-7584-0E29-39D2-DB1B834253A9}"/>
              </a:ext>
            </a:extLst>
          </p:cNvPr>
          <p:cNvSpPr/>
          <p:nvPr/>
        </p:nvSpPr>
        <p:spPr>
          <a:xfrm>
            <a:off x="4895710" y="2981274"/>
            <a:ext cx="358143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Then, touch the button</a:t>
            </a:r>
          </a:p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“enter”,  you’ll see this</a:t>
            </a:r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3216AF81-E171-7EE0-74B0-54C5474CC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33" y="3543193"/>
            <a:ext cx="3457719" cy="2976721"/>
          </a:xfrm>
          <a:prstGeom prst="rect">
            <a:avLst/>
          </a:prstGeom>
        </p:spPr>
      </p:pic>
      <p:sp>
        <p:nvSpPr>
          <p:cNvPr id="3" name="Arrow: Left-Up 2">
            <a:extLst>
              <a:ext uri="{FF2B5EF4-FFF2-40B4-BE49-F238E27FC236}">
                <a16:creationId xmlns:a16="http://schemas.microsoft.com/office/drawing/2014/main" id="{366031D8-9B04-EB6C-12E9-125C50AD1580}"/>
              </a:ext>
            </a:extLst>
          </p:cNvPr>
          <p:cNvSpPr/>
          <p:nvPr/>
        </p:nvSpPr>
        <p:spPr>
          <a:xfrm>
            <a:off x="4370954" y="3852356"/>
            <a:ext cx="2195691" cy="640163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40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F05D-0062-0EE7-A5BC-296E3162A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888791"/>
          </a:xfrm>
        </p:spPr>
        <p:txBody>
          <a:bodyPr/>
          <a:lstStyle/>
          <a:p>
            <a:pPr algn="ctr"/>
            <a:r>
              <a:rPr lang="en-US" dirty="0"/>
              <a:t>Error Handling: The choice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2F1DCD-AA79-7842-FCBF-B9365E0D1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9" y="2862943"/>
            <a:ext cx="3997126" cy="377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F07CEC-F0F5-2E9B-4D1C-58D9FE0B5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085" y="2929629"/>
            <a:ext cx="3997126" cy="3772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3B80C3-4171-3660-6AC1-58C2C8E2C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211" y="2929628"/>
            <a:ext cx="4190789" cy="37721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405BF05-B6FA-F77B-E8F9-0F09379A8634}"/>
              </a:ext>
            </a:extLst>
          </p:cNvPr>
          <p:cNvSpPr/>
          <p:nvPr/>
        </p:nvSpPr>
        <p:spPr>
          <a:xfrm>
            <a:off x="859497" y="968829"/>
            <a:ext cx="1144839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you enter a letter, a number below 1 or above 8, or anything else, the program</a:t>
            </a:r>
          </a:p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will raise: “Invalid choice! Please enter a correct number” </a:t>
            </a:r>
          </a:p>
        </p:txBody>
      </p:sp>
    </p:spTree>
    <p:extLst>
      <p:ext uri="{BB962C8B-B14F-4D97-AF65-F5344CB8AC3E}">
        <p14:creationId xmlns:p14="http://schemas.microsoft.com/office/powerpoint/2010/main" val="144962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0" presetClass="entr" presetSubtype="0" decel="10000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DE57-1AA5-6C40-9D59-0641D8FA5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094" y="0"/>
            <a:ext cx="7138609" cy="120831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Validation: The choice , the ID </a:t>
            </a:r>
            <a:br>
              <a:rPr lang="en-US" dirty="0"/>
            </a:br>
            <a:r>
              <a:rPr lang="en-US" dirty="0"/>
              <a:t>Error Handling: The ID, the name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F62DD1-9064-C300-F5D2-84193DDF7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08" y="2631047"/>
            <a:ext cx="5785178" cy="30948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174EDB-5CC2-BE16-C44C-595D14565E68}"/>
              </a:ext>
            </a:extLst>
          </p:cNvPr>
          <p:cNvSpPr/>
          <p:nvPr/>
        </p:nvSpPr>
        <p:spPr>
          <a:xfrm>
            <a:off x="93108" y="1307608"/>
            <a:ext cx="614591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choice “1” is validated and means</a:t>
            </a:r>
          </a:p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sz="2000" b="0" cap="none" spc="0" dirty="0">
                <a:ln w="0"/>
                <a:solidFill>
                  <a:srgbClr val="90C22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a student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”.</a:t>
            </a:r>
          </a:p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ID must be between 101 and 999 Without space</a:t>
            </a:r>
          </a:p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between them, only digits, otherwise it’s rejected.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E1C675-9E26-9331-8AEB-6BF076287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8" y="5725884"/>
            <a:ext cx="5219121" cy="10288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DFA242-CDCD-A2B0-8B93-4915F5344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362" y="3007978"/>
            <a:ext cx="4650324" cy="38011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39502C-9860-8B28-266F-E697359FA5C0}"/>
              </a:ext>
            </a:extLst>
          </p:cNvPr>
          <p:cNvSpPr/>
          <p:nvPr/>
        </p:nvSpPr>
        <p:spPr>
          <a:xfrm>
            <a:off x="6363312" y="1292538"/>
            <a:ext cx="5995552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ID “111” is validated and means </a:t>
            </a:r>
          </a:p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“ask the name”.</a:t>
            </a:r>
          </a:p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name is validated only if there are letters and</a:t>
            </a:r>
          </a:p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Spaces, and the length between the first and last</a:t>
            </a:r>
          </a:p>
          <a:p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Letters is at least 3.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0C1E90-6CBB-E4D7-ED0F-A577C7AA685E}"/>
              </a:ext>
            </a:extLst>
          </p:cNvPr>
          <p:cNvSpPr/>
          <p:nvPr/>
        </p:nvSpPr>
        <p:spPr>
          <a:xfrm>
            <a:off x="7329925" y="142492"/>
            <a:ext cx="406233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rgbClr val="90C22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a student</a:t>
            </a:r>
          </a:p>
        </p:txBody>
      </p:sp>
    </p:spTree>
    <p:extLst>
      <p:ext uri="{BB962C8B-B14F-4D97-AF65-F5344CB8AC3E}">
        <p14:creationId xmlns:p14="http://schemas.microsoft.com/office/powerpoint/2010/main" val="57593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A20B-0801-0A74-32A3-CD9C73AE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499" y="18642"/>
            <a:ext cx="8147128" cy="118654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Validation:The</a:t>
            </a:r>
            <a:r>
              <a:rPr lang="en-US" dirty="0"/>
              <a:t> name, the phone, the grade</a:t>
            </a:r>
            <a:br>
              <a:rPr lang="en-US" dirty="0"/>
            </a:br>
            <a:r>
              <a:rPr lang="en-US" dirty="0"/>
              <a:t>Error Handling: The phone, the grade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B334D-632B-5871-AE2D-BE2F61887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012213"/>
            <a:ext cx="5845629" cy="38457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2242B6-78E2-1B46-BE4C-70015029AA8A}"/>
              </a:ext>
            </a:extLst>
          </p:cNvPr>
          <p:cNvSpPr/>
          <p:nvPr/>
        </p:nvSpPr>
        <p:spPr>
          <a:xfrm>
            <a:off x="172528" y="1073221"/>
            <a:ext cx="6343403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 accepted.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phone must be 8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digits and the two first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Digits should be 77, otherwise will be asked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Until conditions matched.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77-44 22-00 is taken as a phone number.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5B4B1B-BB71-8189-716F-985754636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374" y="2904573"/>
            <a:ext cx="5803873" cy="39534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4007C4-406A-B32F-02A7-25525128BEFB}"/>
              </a:ext>
            </a:extLst>
          </p:cNvPr>
          <p:cNvSpPr/>
          <p:nvPr/>
        </p:nvSpPr>
        <p:spPr>
          <a:xfrm>
            <a:off x="6590835" y="1205185"/>
            <a:ext cx="529503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grade is registered only if it is a 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between 0 and 100.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Grades 3 and 43 are corrected.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F57921-3983-60E7-816D-9E2684F79202}"/>
              </a:ext>
            </a:extLst>
          </p:cNvPr>
          <p:cNvSpPr/>
          <p:nvPr/>
        </p:nvSpPr>
        <p:spPr>
          <a:xfrm>
            <a:off x="8955418" y="-127108"/>
            <a:ext cx="210666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90C22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a </a:t>
            </a:r>
          </a:p>
          <a:p>
            <a:pPr algn="ctr"/>
            <a:r>
              <a:rPr lang="en-US" sz="3600" b="0" cap="none" spc="0" dirty="0">
                <a:ln w="0"/>
                <a:solidFill>
                  <a:srgbClr val="90C22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88257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D98F-6FD3-C0F2-AD02-B94FD7F3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820" y="0"/>
            <a:ext cx="8596668" cy="1099457"/>
          </a:xfrm>
        </p:spPr>
        <p:txBody>
          <a:bodyPr/>
          <a:lstStyle/>
          <a:p>
            <a:r>
              <a:rPr lang="en-US" dirty="0"/>
              <a:t>Updating </a:t>
            </a:r>
            <a:r>
              <a:rPr lang="en-US"/>
              <a:t>a student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C7E942-7BC6-8256-5842-82C48FD22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71902" y="0"/>
            <a:ext cx="5792008" cy="30085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1874AE-9C51-298E-C9C8-2755B951C101}"/>
              </a:ext>
            </a:extLst>
          </p:cNvPr>
          <p:cNvSpPr/>
          <p:nvPr/>
        </p:nvSpPr>
        <p:spPr>
          <a:xfrm>
            <a:off x="28090" y="734312"/>
            <a:ext cx="594906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 you see here, the ID doesn’t exist.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So, the program returns an error message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back to the menu.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75076-D5C1-2FA2-8CF6-1045BF721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9063"/>
            <a:ext cx="8501743" cy="364893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57B78FB-543A-0BDA-C256-5DE115A3BCC4}"/>
              </a:ext>
            </a:extLst>
          </p:cNvPr>
          <p:cNvSpPr/>
          <p:nvPr/>
        </p:nvSpPr>
        <p:spPr>
          <a:xfrm>
            <a:off x="28090" y="2110186"/>
            <a:ext cx="546014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 ID was found, so the updating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Succeeded.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0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D991-69BD-1872-14C4-42E48AB7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161" y="76200"/>
            <a:ext cx="10175724" cy="903514"/>
          </a:xfrm>
        </p:spPr>
        <p:txBody>
          <a:bodyPr/>
          <a:lstStyle/>
          <a:p>
            <a:r>
              <a:rPr lang="en-US" dirty="0"/>
              <a:t>Display all the students with phones and grades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68E35A-81E6-8B10-38BF-5444BCD73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3641" y="829522"/>
            <a:ext cx="5620534" cy="2210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5FC2C2-86CF-5EBC-448A-698E4BAA4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8370"/>
            <a:ext cx="9373908" cy="29817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7F46CF-0626-FD05-AF7A-17A6BBAAF240}"/>
              </a:ext>
            </a:extLst>
          </p:cNvPr>
          <p:cNvSpPr/>
          <p:nvPr/>
        </p:nvSpPr>
        <p:spPr>
          <a:xfrm>
            <a:off x="194591" y="748881"/>
            <a:ext cx="563936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 number 903 represents the student’s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Information before updating.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B20519-16EC-234E-9EBA-D40E9743AE1F}"/>
              </a:ext>
            </a:extLst>
          </p:cNvPr>
          <p:cNvSpPr/>
          <p:nvPr/>
        </p:nvSpPr>
        <p:spPr>
          <a:xfrm>
            <a:off x="7825" y="2102367"/>
            <a:ext cx="659026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screenshot shows all the current students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Remained.</a:t>
            </a:r>
          </a:p>
        </p:txBody>
      </p:sp>
    </p:spTree>
    <p:extLst>
      <p:ext uri="{BB962C8B-B14F-4D97-AF65-F5344CB8AC3E}">
        <p14:creationId xmlns:p14="http://schemas.microsoft.com/office/powerpoint/2010/main" val="59252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B790-A4A7-4643-E108-38F48035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0"/>
            <a:ext cx="8596668" cy="925286"/>
          </a:xfrm>
        </p:spPr>
        <p:txBody>
          <a:bodyPr/>
          <a:lstStyle/>
          <a:p>
            <a:pPr algn="ctr"/>
            <a:r>
              <a:rPr lang="en-US" dirty="0"/>
              <a:t>Search a student by 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357DA4-562A-574C-E1F6-D82CF30FE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765234"/>
            <a:ext cx="6096000" cy="42910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DF16E0-63F2-1396-0ABB-D3F649732E7A}"/>
              </a:ext>
            </a:extLst>
          </p:cNvPr>
          <p:cNvSpPr/>
          <p:nvPr/>
        </p:nvSpPr>
        <p:spPr>
          <a:xfrm>
            <a:off x="0" y="1245095"/>
            <a:ext cx="545373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student we’re looking for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Doesn’t exist, so the program returns 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 to the menu.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8FDC6-0498-A197-CC69-8B6F169B2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200" y="3084723"/>
            <a:ext cx="5658640" cy="3773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99364E-00AF-7DC6-BAED-F91C1DCE279F}"/>
              </a:ext>
            </a:extLst>
          </p:cNvPr>
          <p:cNvSpPr/>
          <p:nvPr/>
        </p:nvSpPr>
        <p:spPr>
          <a:xfrm>
            <a:off x="6351968" y="1152761"/>
            <a:ext cx="5525872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Here, the ID 980 is found, so the </a:t>
            </a:r>
          </a:p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is displayed with full</a:t>
            </a:r>
          </a:p>
          <a:p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Informations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4781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68CF-06CE-AE1B-69EA-035E1F71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2B89-D03E-8A37-3556-387A4EDA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0"/>
            <a:ext cx="8596668" cy="925286"/>
          </a:xfrm>
        </p:spPr>
        <p:txBody>
          <a:bodyPr/>
          <a:lstStyle/>
          <a:p>
            <a:pPr algn="ctr"/>
            <a:r>
              <a:rPr lang="en-US" dirty="0"/>
              <a:t>Find a student by name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0D04-5243-FF9A-0965-2C3E7F7F87D4}"/>
              </a:ext>
            </a:extLst>
          </p:cNvPr>
          <p:cNvSpPr/>
          <p:nvPr/>
        </p:nvSpPr>
        <p:spPr>
          <a:xfrm>
            <a:off x="0" y="1245095"/>
            <a:ext cx="545373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student “Asli” we’re looking for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Doesn’t exist, so the program returns 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 to the menu.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3A3C37-359F-EE8A-B513-FA1F773742FA}"/>
              </a:ext>
            </a:extLst>
          </p:cNvPr>
          <p:cNvSpPr/>
          <p:nvPr/>
        </p:nvSpPr>
        <p:spPr>
          <a:xfrm>
            <a:off x="6096000" y="1123250"/>
            <a:ext cx="5960286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Here, the name “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Mercan”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found,</a:t>
            </a:r>
          </a:p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 the 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tudent is displayed with full</a:t>
            </a:r>
          </a:p>
          <a:p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Informations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D0303D-8974-CC6F-7B8D-3FAC89F96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141" y="7319134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B1B86F-EE58-6B97-14C5-B6855E20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55" y="2765233"/>
            <a:ext cx="5630061" cy="39158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444993-023C-C740-CFAE-1EBAB66DA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095" y="2706209"/>
            <a:ext cx="5696745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41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041C-8AB1-872B-1949-A76988F0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9933-7E3E-0106-2EE3-E5B28148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0"/>
            <a:ext cx="8596668" cy="925286"/>
          </a:xfrm>
        </p:spPr>
        <p:txBody>
          <a:bodyPr/>
          <a:lstStyle/>
          <a:p>
            <a:pPr algn="ctr"/>
            <a:r>
              <a:rPr lang="en-US" dirty="0"/>
              <a:t>Delete a student by 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AEF32-160C-0F17-2D47-762795C4BE35}"/>
              </a:ext>
            </a:extLst>
          </p:cNvPr>
          <p:cNvSpPr/>
          <p:nvPr/>
        </p:nvSpPr>
        <p:spPr>
          <a:xfrm>
            <a:off x="0" y="1245095"/>
            <a:ext cx="545373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student “ID: 300” we’re deleting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Doesn’t exist, so the program returns 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 to the menu.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8F987-1FCF-650C-4D4E-234B407C9A21}"/>
              </a:ext>
            </a:extLst>
          </p:cNvPr>
          <p:cNvSpPr/>
          <p:nvPr/>
        </p:nvSpPr>
        <p:spPr>
          <a:xfrm>
            <a:off x="6096000" y="1123250"/>
            <a:ext cx="6163867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Here, the student “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 980”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found,</a:t>
            </a:r>
          </a:p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 she is deleted. She was “Mercan”.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C1E971-47CF-9246-3B87-F20C8558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141" y="7319134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B7687-A741-FE55-02C6-29F165A2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6" y="3040655"/>
            <a:ext cx="5453737" cy="3598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334FDA-AABF-C112-FE83-BB8D13B30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40655"/>
            <a:ext cx="5715798" cy="359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82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1D564-4532-F324-7772-67CE714F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BAAB-C6F3-5B79-3F77-0069D401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91" y="197964"/>
            <a:ext cx="8596668" cy="925286"/>
          </a:xfrm>
        </p:spPr>
        <p:txBody>
          <a:bodyPr/>
          <a:lstStyle/>
          <a:p>
            <a:pPr algn="ctr"/>
            <a:r>
              <a:rPr lang="en-US" dirty="0"/>
              <a:t>Summary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27D36F-E055-C630-D4CF-46CCA162D532}"/>
              </a:ext>
            </a:extLst>
          </p:cNvPr>
          <p:cNvSpPr/>
          <p:nvPr/>
        </p:nvSpPr>
        <p:spPr>
          <a:xfrm>
            <a:off x="0" y="1245095"/>
            <a:ext cx="1150026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Here, we display the summary with statistics for the current students of the class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C920EC-7A7D-0CD3-83C0-ECBCF104F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141" y="7319134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AC5A6-3B40-DE97-2983-F214E975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6" y="2655404"/>
            <a:ext cx="8335538" cy="40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58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6CCE-9690-D159-1614-6FD6398FB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0C50-6338-CEAD-523D-122BEADA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91" y="197964"/>
            <a:ext cx="8596668" cy="925286"/>
          </a:xfrm>
        </p:spPr>
        <p:txBody>
          <a:bodyPr/>
          <a:lstStyle/>
          <a:p>
            <a:pPr algn="ctr"/>
            <a:r>
              <a:rPr lang="en-US" dirty="0"/>
              <a:t>Exit the 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A06E5E-57E6-F307-1E35-1A3244868743}"/>
              </a:ext>
            </a:extLst>
          </p:cNvPr>
          <p:cNvSpPr/>
          <p:nvPr/>
        </p:nvSpPr>
        <p:spPr>
          <a:xfrm>
            <a:off x="0" y="1245095"/>
            <a:ext cx="1203977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Finally, to exit the program, we put “8”, and it stops running by displaying a message</a:t>
            </a:r>
          </a:p>
          <a:p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“Exiting the program…!”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219E0F-432B-74F1-8D3B-62D617996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141" y="7319134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CE0AD-7FB7-7076-4D4F-8E135A89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2" y="2357610"/>
            <a:ext cx="11015522" cy="43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226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716</TotalTime>
  <Words>570</Words>
  <Application>Microsoft Office PowerPoint</Application>
  <PresentationFormat>Widescreen</PresentationFormat>
  <Paragraphs>74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Introduction</vt:lpstr>
      <vt:lpstr>How to run the program ?</vt:lpstr>
      <vt:lpstr>Error Handling: The choice</vt:lpstr>
      <vt:lpstr>Validation: The choice , the ID  Error Handling: The ID, the name</vt:lpstr>
      <vt:lpstr>Validation:The name, the phone, the grade Error Handling: The phone, the grade</vt:lpstr>
      <vt:lpstr>Updating a student</vt:lpstr>
      <vt:lpstr>Display all the students with phones and grades</vt:lpstr>
      <vt:lpstr>Search a student by ID</vt:lpstr>
      <vt:lpstr>Find a student by name</vt:lpstr>
      <vt:lpstr>Delete a student by ID</vt:lpstr>
      <vt:lpstr>Summary Report</vt:lpstr>
      <vt:lpstr>Exit the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User</dc:creator>
  <cp:lastModifiedBy>Windows User</cp:lastModifiedBy>
  <cp:revision>17</cp:revision>
  <dcterms:created xsi:type="dcterms:W3CDTF">2026-04-02T04:18:37Z</dcterms:created>
  <dcterms:modified xsi:type="dcterms:W3CDTF">2026-04-28T15:28:41Z</dcterms:modified>
</cp:coreProperties>
</file>